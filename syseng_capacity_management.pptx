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Capacity Split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Used Capacity</c:v>
                </c:pt>
                <c:pt idx="1">
                  <c:v>Reserved Capacity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Provision</c:v>
                </c:pt>
                <c:pt idx="1">
                  <c:v>Increase</c:v>
                </c:pt>
                <c:pt idx="2">
                  <c:v>Decommission</c:v>
                </c:pt>
                <c:pt idx="3">
                  <c:v>Decrease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10</c:v>
                </c:pt>
                <c:pt idx="2">
                  <c:v>8</c:v>
                </c:pt>
                <c:pt idx="3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libri"/>
              </a:rPr>
              <a:t>Capacity Management - SysEng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Process, Monitoring &amp;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Request Intake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alibri"/>
              </a:rPr>
              <a:t>• Requests received via Email</a:t>
            </a:r>
          </a:p>
          <a:p>
            <a:r>
              <a:rPr>
                <a:latin typeface="Calibri"/>
              </a:rPr>
              <a:t>• Service Requests (SR) via FP Chat Portal</a:t>
            </a:r>
          </a:p>
          <a:p>
            <a:r>
              <a:rPr>
                <a:latin typeface="Calibri"/>
              </a:rPr>
              <a:t>• Includes provisioning &amp; capacity increase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Reclaim &amp; Decommission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alibri"/>
              </a:rPr>
              <a:t>• Requests for decommission via Email/SR</a:t>
            </a:r>
          </a:p>
          <a:p>
            <a:r>
              <a:rPr>
                <a:latin typeface="Calibri"/>
              </a:rPr>
              <a:t>• Reduce resources (CPU, RAM, Storage)</a:t>
            </a:r>
          </a:p>
          <a:p>
            <a:r>
              <a:rPr>
                <a:latin typeface="Calibri"/>
              </a:rPr>
              <a:t>• Remove services like FTP/SFTP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Types of Capacity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alibri"/>
              </a:rPr>
              <a:t>• Create new servers</a:t>
            </a:r>
          </a:p>
          <a:p>
            <a:r>
              <a:rPr>
                <a:latin typeface="Calibri"/>
              </a:rPr>
              <a:t>• Increase resources (CPU, RAM, Disk)</a:t>
            </a:r>
          </a:p>
          <a:p>
            <a:r>
              <a:rPr>
                <a:latin typeface="Calibri"/>
              </a:rPr>
              <a:t>• Setup FTP/SFTP services</a:t>
            </a:r>
          </a:p>
          <a:p>
            <a:r>
              <a:rPr>
                <a:latin typeface="Calibri"/>
              </a:rPr>
              <a:t>• Decrease resources or decommission servers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Capacity Monitoring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alibri"/>
              </a:rPr>
              <a:t>• Indigenous Capacity Management Portal</a:t>
            </a:r>
          </a:p>
          <a:p>
            <a:r>
              <a:rPr>
                <a:latin typeface="Calibri"/>
              </a:rPr>
              <a:t>• Live capacity tracking</a:t>
            </a:r>
          </a:p>
          <a:p>
            <a:r>
              <a:rPr>
                <a:latin typeface="Calibri"/>
              </a:rPr>
              <a:t>• Daily request activity monitoring</a:t>
            </a:r>
          </a:p>
          <a:p>
            <a:r>
              <a:rPr>
                <a:latin typeface="Calibri"/>
              </a:rPr>
              <a:t>• Inventory of On-Prem &amp; Cloud Servers</a:t>
            </a:r>
          </a:p>
          <a:p>
            <a:r>
              <a:rPr>
                <a:latin typeface="Calibri"/>
              </a:rPr>
              <a:t>• Link: https://enterprise-capacity.tools.local/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Allocation Strategy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4572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Cluster Provisioning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alibri"/>
              </a:rPr>
              <a:t>• Hyper-V blade clusters used</a:t>
            </a:r>
          </a:p>
          <a:p>
            <a:r>
              <a:rPr>
                <a:latin typeface="Calibri"/>
              </a:rPr>
              <a:t>• Only 70% capacity utilized</a:t>
            </a:r>
          </a:p>
          <a:p>
            <a:r>
              <a:rPr>
                <a:latin typeface="Calibri"/>
              </a:rPr>
              <a:t>• 30% reserved for failover &amp; disaster recovery</a:t>
            </a:r>
          </a:p>
          <a:p>
            <a:r>
              <a:rPr>
                <a:latin typeface="Calibri"/>
              </a:rPr>
              <a:t>• Ensures high availability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Request Activity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4572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Optimization &amp; Industry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alibri"/>
              </a:rPr>
              <a:t>• Implement automated provisioning using Terraform/Ansible</a:t>
            </a:r>
          </a:p>
          <a:p>
            <a:r>
              <a:rPr>
                <a:latin typeface="Calibri"/>
              </a:rPr>
              <a:t>• Use auto-scaling for cloud resources</a:t>
            </a:r>
          </a:p>
          <a:p>
            <a:r>
              <a:rPr>
                <a:latin typeface="Calibri"/>
              </a:rPr>
              <a:t>• Introduce capacity forecasting using historical data</a:t>
            </a:r>
          </a:p>
          <a:p>
            <a:r>
              <a:rPr>
                <a:latin typeface="Calibri"/>
              </a:rPr>
              <a:t>• Set alerting &amp; monitoring (Prometheus/Grafana)</a:t>
            </a:r>
          </a:p>
          <a:p>
            <a:r>
              <a:rPr>
                <a:latin typeface="Calibri"/>
              </a:rPr>
              <a:t>• Adopt cost optimization &amp; rightsizing strategies</a:t>
            </a:r>
          </a:p>
          <a:p>
            <a:r>
              <a:rPr>
                <a:latin typeface="Calibri"/>
              </a:rPr>
              <a:t>• Implement approval workflows for better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