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Mission: Build a resilient, automated, and scalable infrastructure ecosystem that accelerates innovation and operational efficiency.</a:t>
            </a:r>
          </a:p>
          <a:p/>
          <a:p>
            <a:r>
              <a:t>Vision: Achieve a self-healing, cost-efficient, and fully automated hybrid infrastructure supporting business continuity and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Overview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Cloud &amp; Automation team streamlines infrastructure operations through automation, observability, and hybrid integration.</a:t>
            </a:r>
          </a:p>
          <a:p/>
          <a:p>
            <a:r>
              <a:t>Core Functions:</a:t>
            </a:r>
          </a:p>
          <a:p>
            <a:r>
              <a:t>- Cloud &amp; On-Prem Provisioning</a:t>
            </a:r>
          </a:p>
          <a:p>
            <a:r>
              <a:t>- Network &amp; Storage Automation</a:t>
            </a:r>
          </a:p>
          <a:p>
            <a:r>
              <a:t>- Monitoring &amp; Observability</a:t>
            </a:r>
          </a:p>
          <a:p>
            <a:r>
              <a:t>- DR &amp; Business Continuity</a:t>
            </a:r>
          </a:p>
          <a:p>
            <a:r>
              <a:t>- FinOps &amp; Cost Optimization</a:t>
            </a:r>
          </a:p>
          <a:p>
            <a:r>
              <a:t>- Cross-Functional Collaboration</a:t>
            </a:r>
          </a:p>
          <a:p/>
          <a:p>
            <a:r>
              <a:t>Key Tools: Terraform, Ansible, Azure CLI, Python, PowerShell, Prometheus, Splunk, Logstash,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- 95% infra provisioning automated via Terraform &amp; Ansible</a:t>
            </a:r>
          </a:p>
          <a:p>
            <a:r>
              <a:t>- 80% reduction in manual monitoring via 'Monitor Everything'</a:t>
            </a:r>
          </a:p>
          <a:p>
            <a:r>
              <a:t>- 40% faster server builds using Golden Image pipeline</a:t>
            </a:r>
          </a:p>
          <a:p>
            <a:r>
              <a:t>- Zero critical downtime post DR Phase 2</a:t>
            </a:r>
          </a:p>
          <a:p>
            <a:r>
              <a:t>- Annual cost optimization achieved through Azure FinOps initiatives.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Vertical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&amp; Scalability:</a:t>
            </a:r>
          </a:p>
          <a:p>
            <a:r>
              <a:t>- Terraform &amp; Ansible for provisioning.</a:t>
            </a:r>
          </a:p>
          <a:p/>
          <a:p>
            <a:r>
              <a:t>Disaster Recovery &amp; Business Continuity:</a:t>
            </a:r>
          </a:p>
          <a:p>
            <a:r>
              <a:t>- Azure Site Recovery configured for critical services.</a:t>
            </a:r>
          </a:p>
          <a:p/>
          <a:p>
            <a:r>
              <a:t>Cross-Functional Collaboration:</a:t>
            </a:r>
          </a:p>
          <a:p>
            <a:r>
              <a:t>- Joint modernization projects with Application, Network &amp; Infosec.</a:t>
            </a:r>
          </a:p>
          <a:p/>
          <a:p>
            <a:r>
              <a:t>FinOps:</a:t>
            </a:r>
          </a:p>
          <a:p>
            <a:r>
              <a:t>- Automated cost dashboards &amp; shutdown policies for non-prod resources.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On-Premises Environment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&amp; Observability:</a:t>
            </a:r>
          </a:p>
          <a:p>
            <a:r>
              <a:t>- Automated monitoring &amp; configuration via Ansible.</a:t>
            </a:r>
          </a:p>
          <a:p/>
          <a:p>
            <a:r>
              <a:t>Firmware &amp; Security:</a:t>
            </a:r>
          </a:p>
          <a:p>
            <a:r>
              <a:t>- Automated firmware updates for ESXi.</a:t>
            </a:r>
          </a:p>
          <a:p/>
          <a:p>
            <a:r>
              <a:t>Storage Management:</a:t>
            </a:r>
          </a:p>
          <a:p>
            <a:r>
              <a:t>- Provisioning, Monitoring &amp; Replication automation ensuring resilience.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Firewall configuration, updates &amp; backups automated via Ansible.</a:t>
            </a:r>
          </a:p>
          <a:p>
            <a:r>
              <a:t>- Templates for create/update/delete operations.</a:t>
            </a:r>
          </a:p>
          <a:p>
            <a:r>
              <a:t>- Auto-generated compliance &amp; audit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Projects Completed (Last 2 Quarters)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DR Phase 2 – ASR, DNS replication, infosec tools integration.</a:t>
            </a:r>
          </a:p>
          <a:p>
            <a:r>
              <a:t>2. Monitor Everything – Alert centralization from Splunk, Power BI, Prometheus.</a:t>
            </a:r>
          </a:p>
          <a:p>
            <a:r>
              <a:t>3. Storage Health Screenshot Automation – Screenshot &amp; email reports.</a:t>
            </a:r>
          </a:p>
          <a:p>
            <a:r>
              <a:t>4. IP Request Tool – Automated ticketing system.</a:t>
            </a:r>
          </a:p>
          <a:p>
            <a:r>
              <a:t>5. Cloud Infra Provisioning – Terraform + Ansible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Automated patching &amp; compliance validation.</a:t>
            </a:r>
          </a:p>
          <a:p>
            <a:r>
              <a:t>- Golden images with integrated antivirus.</a:t>
            </a:r>
          </a:p>
          <a:p>
            <a:r>
              <a:t>- Role-based access &amp; Infosec collaboration for vulnerability scanning (Qualys, Orada).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Cross-Team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DevOps – CI/CD with infra provisioning</a:t>
            </a:r>
          </a:p>
          <a:p>
            <a:r>
              <a:t>Network – Firewall automation</a:t>
            </a:r>
          </a:p>
          <a:p>
            <a:r>
              <a:t>Data Science – Resource request automation</a:t>
            </a:r>
          </a:p>
          <a:p>
            <a:r>
              <a:t>Infosec – Compliance automation</a:t>
            </a:r>
          </a:p>
          <a:p>
            <a:r>
              <a:t>IT Support – Self-service portals.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IaC: Terraform, Ansible</a:t>
            </a:r>
          </a:p>
          <a:p>
            <a:r>
              <a:t>Monitoring: Prometheus, Splunk, Power BI</a:t>
            </a:r>
          </a:p>
          <a:p>
            <a:r>
              <a:t>Cloud: Azure CLI, Azure Portal</a:t>
            </a:r>
          </a:p>
          <a:p>
            <a:r>
              <a:t>Automation: Python, PowerShell, Bash</a:t>
            </a:r>
          </a:p>
          <a:p>
            <a:r>
              <a:t>Network: Ansible</a:t>
            </a:r>
          </a:p>
          <a:p>
            <a:r>
              <a:t>Storage: Hitachi APIs &amp; Scripts.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Scaling Ansible across hybrid infra → Centralized inventory</a:t>
            </a:r>
          </a:p>
          <a:p>
            <a:r>
              <a:t>- Multi-tool monitoring → Unified Logstash pipeline</a:t>
            </a:r>
          </a:p>
          <a:p>
            <a:r>
              <a:t>- Manual DR testing → Automated failover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&amp; Future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AI-driven monitoring</a:t>
            </a:r>
          </a:p>
          <a:p>
            <a:r>
              <a:t>- GitOps integration</a:t>
            </a:r>
          </a:p>
          <a:p>
            <a:r>
              <a:t>- Kubernetes orchestration automation</a:t>
            </a:r>
          </a:p>
          <a:p>
            <a:r>
              <a:t>- ML-based FinOps &amp; predictive cost optimization.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Initiatives – FY2025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Q1: DR Phase 3 – Enhanced failover automation</a:t>
            </a:r>
          </a:p>
          <a:p>
            <a:r>
              <a:t>Q2: Hybrid Cloud Migration – Smooth traffic model</a:t>
            </a:r>
          </a:p>
          <a:p>
            <a:r>
              <a:t>Q3: FinOps Dashboard – Real-time cost insights</a:t>
            </a:r>
          </a:p>
          <a:p>
            <a:r>
              <a:t>Q4: Automation Expansion – Full provisioning automation.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Members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Lead – Cloud &amp; Automation</a:t>
            </a:r>
          </a:p>
          <a:p>
            <a:r>
              <a:t>Infra Automation Engineer</a:t>
            </a:r>
          </a:p>
          <a:p>
            <a:r>
              <a:t>Network Automation Engineer</a:t>
            </a:r>
          </a:p>
          <a:p>
            <a:r>
              <a:t>Observability &amp; DR Specialist</a:t>
            </a:r>
          </a:p>
          <a:p>
            <a:r>
              <a:t>Cloud Cost Analyst (FinOps).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automation ecosystem improving efficiency &amp; reliability.</a:t>
            </a:r>
          </a:p>
          <a:p>
            <a:r>
              <a:t>Hybrid cloud integration with strong DR.</a:t>
            </a:r>
          </a:p>
          <a:p>
            <a:r>
              <a:t>Collaboration fostering modernization.</a:t>
            </a:r>
          </a:p>
          <a:p>
            <a:r>
              <a:t>Focus on continuous innovation.</a:t>
            </a:r>
          </a:p>
          <a:p/>
          <a:p>
            <a:r>
              <a:t>Thank You – Cloud &amp; Automation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