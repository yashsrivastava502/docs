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Capacity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Used (Production)</c:v>
                </c:pt>
                <c:pt idx="1">
                  <c:v>Reserved (Failover)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Utilization %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CPU</c:v>
                </c:pt>
                <c:pt idx="1">
                  <c:v>Memory</c:v>
                </c:pt>
                <c:pt idx="2">
                  <c:v>Storage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70</c:v>
                </c:pt>
                <c:pt idx="2">
                  <c:v>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25</c:v>
                </c:pt>
                <c:pt idx="2">
                  <c:v>18</c:v>
                </c:pt>
                <c:pt idx="3">
                  <c:v>30</c:v>
                </c:pt>
                <c:pt idx="4">
                  <c:v>22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SysEng Capacity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Process | Monitoring | Optimization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Request Intake</a:t>
            </a:r>
          </a:p>
          <a:p>
            <a:r>
              <a:t>• Provisioning &amp; Reclaim</a:t>
            </a:r>
          </a:p>
          <a:p>
            <a:r>
              <a:t>• Monitoring</a:t>
            </a:r>
          </a:p>
          <a:p>
            <a:r>
              <a:t>• Capacity Strategy</a:t>
            </a:r>
          </a:p>
          <a:p>
            <a:r>
              <a:t>• Optimization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Request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Teams request via:</a:t>
            </a:r>
          </a:p>
          <a:p>
            <a:r>
              <a:t>• Email</a:t>
            </a:r>
          </a:p>
          <a:p>
            <a:r>
              <a:t>• SR (FP Chat Portal)</a:t>
            </a:r>
          </a:p>
          <a:p/>
          <a:p>
            <a:r>
              <a:t>Includes:</a:t>
            </a:r>
          </a:p>
          <a:p>
            <a:r>
              <a:t>• Server creation</a:t>
            </a:r>
          </a:p>
          <a:p>
            <a:r>
              <a:t>• Resource increase/decrease</a:t>
            </a:r>
          </a:p>
          <a:p>
            <a:r>
              <a:t>• FTP/SFTP setup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Provisioning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Receive request</a:t>
            </a:r>
          </a:p>
          <a:p>
            <a:r>
              <a:t>2. Validate requirement</a:t>
            </a:r>
          </a:p>
          <a:p>
            <a:r>
              <a:t>3. Allocate resources</a:t>
            </a:r>
          </a:p>
          <a:p>
            <a:r>
              <a:t>4. Provision via Hyper-V / Cloud</a:t>
            </a:r>
          </a:p>
          <a:p>
            <a:r>
              <a:t>5. Update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Decommission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Receive reclaim request</a:t>
            </a:r>
          </a:p>
          <a:p>
            <a:r>
              <a:t>2. Validate dependencies</a:t>
            </a:r>
          </a:p>
          <a:p>
            <a:r>
              <a:t>3. Remove services</a:t>
            </a:r>
          </a:p>
          <a:p>
            <a:r>
              <a:t>4. Release resources</a:t>
            </a:r>
          </a:p>
          <a:p>
            <a:r>
              <a:t>5. Update inventory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Capacity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Live capacity monitoring</a:t>
            </a:r>
          </a:p>
          <a:p>
            <a:r>
              <a:t>• Daily request tracking</a:t>
            </a:r>
          </a:p>
          <a:p>
            <a:r>
              <a:t>• Inventory (On-Prem + Cloud)</a:t>
            </a:r>
          </a:p>
          <a:p/>
          <a:p>
            <a:r>
              <a:t>https://enterprise-capacity.tools.local/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Capacity Allocation (Hyper-V Cluster)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28800" y="1828800"/>
          <a:ext cx="45720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Capacity Utilization Overview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28800" y="1828800"/>
          <a:ext cx="45720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 Activity 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28800" y="1828800"/>
          <a:ext cx="45720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Manual request handling</a:t>
            </a:r>
          </a:p>
          <a:p>
            <a:r>
              <a:t>• No predictive scaling</a:t>
            </a:r>
          </a:p>
          <a:p>
            <a:r>
              <a:t>• Risk of over/under provisioning</a:t>
            </a:r>
          </a:p>
          <a:p>
            <a:r>
              <a:t>• Dependency tracking complexity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Infrastructure as Code (Terraform)</a:t>
            </a:r>
          </a:p>
          <a:p>
            <a:r>
              <a:t>• Auto-scaling in cloud</a:t>
            </a:r>
          </a:p>
          <a:p>
            <a:r>
              <a:t>• Capacity forecasting</a:t>
            </a:r>
          </a:p>
          <a:p>
            <a:r>
              <a:t>• Monitoring (Prometheus/Grafana)</a:t>
            </a:r>
          </a:p>
          <a:p>
            <a:r>
              <a:t>• Cost optimization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Structured process ensures stability</a:t>
            </a:r>
          </a:p>
          <a:p>
            <a:r>
              <a:t>• 70/30 model ensures HA</a:t>
            </a:r>
          </a:p>
          <a:p>
            <a:r>
              <a:t>• Dashboard gives visibility</a:t>
            </a:r>
          </a:p>
          <a:p>
            <a:r>
              <a:t>• Automation is 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